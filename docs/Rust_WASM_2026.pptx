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Speed-up (×)</c:v>
                </c:pt>
              </c:strCache>
            </c:strRef>
          </c:tx>
          <c:spPr>
            <a:solidFill>
              <a:srgbClr val="2F9E6F"/>
            </a:solidFill>
          </c:spPr>
          <c:invertIfNegative val="1"/>
          <c:dLbls>
            <c:numFmt formatCode="0.0&quot;×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Image blur, 12 MP (JavaScript)</c:v>
                </c:pt>
                <c:pt idx="1">
                  <c:v>Image blur, 12 MP (C# server)</c:v>
                </c:pt>
                <c:pt idx="2">
                  <c:v>CSV validate, 100k rows (JavaScript)</c:v>
                </c:pt>
                <c:pt idx="3">
                  <c:v>CSV validate, 100k rows (C# server)</c:v>
                </c:pt>
                <c:pt idx="4">
                  <c:v>XLSX validate, 100k rows (C# server)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1.1100000000000001</c:v>
                </c:pt>
                <c:pt idx="1">
                  <c:v>2.21</c:v>
                </c:pt>
                <c:pt idx="2">
                  <c:v>2.39</c:v>
                </c:pt>
                <c:pt idx="3">
                  <c:v>6.32</c:v>
                </c:pt>
                <c:pt idx="4">
                  <c:v>3.55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C1-4D9B-A050-B382F32E4B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08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Opening. This deck is my evidence for the yearly KPI: master one new technology beyond the skill standard, understand its pros and cons, and show it with slides, a demo and code. I chose Rust compiled to WebAssembly.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Context before the technology. Today, heavy work such as image processing or validating a 100,000-row CSV or Excel file is usually sent to a server: upload, process, download. That costs waiting time, server capacity and, for sensitive files, privacy. Plain JavaScript in the browser avoids the trip but is slower for CPU-heavy loops and lacks good parsers for some formats. This is why I looked at Rust compiled to WebAssembly, which the next slide explains. The rest of the deck measures whether it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it simple. Rust is a fast, memory-safe programming language. WebAssembly is a compact binary format that every modern browser can run safely next to JavaScript. Together: write the heavy logic once in Rust, compile it to a .wasm file (539 KB here, about 235 lines of Rust), load it in a Web Worker so the page never freezes, and call it from JavaScript. Tie it back to the previous slide: the work stays on the user's device, so there is no upload or download. Tooling names (wasm-pack, wasm-bindgen) can be mentioned verbally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engines, same inputs. JS and WASM both run in Web Workers. The server path includes upload and download, which is the real cost a user waits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upfront about methodology and its limits. Numbers will vary by machine, so I record them by script rather than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table honestly: WASM wins everywhere, but the margin ranges widely. Against JavaScript on image blur the gain is modest; against the server, where upload and download count, the gain is largest.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honest story: WASM is faster in every scenario, but the biggest wins come from removing the network, not just from the faster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screen: left panel is the traditional approach, right panel is Rust/WASM. The banner states the speed-up and the match check proves the answers are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Play the recorded demo. It was captured by a script so the run is repeatable.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advantages that are measurable (speed) and architectural (privacy, cost, offline).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candid. Other demo-specific limits: JS has no xlsx parser, hand-rolled CSV split ignores newlines in quoted fields, performance.memory is Chrome-only, and image decode time is not included in any engine's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My recommendation: use WASM for isolated, CPU-heavy, data-local tasks, and keep everything else in JavaScript or on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loop to the KPI: list the skills gained and the evidence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follow-up plan and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9E6F"/>
                </a:solidFill>
                <a:latin typeface="Segoe UI"/>
              </a:rPr>
              <a:t>ANNUAL TECHNOLOGY KPI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5156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Rust → WebAssembly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0584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C7D2E6"/>
                </a:solidFill>
                <a:latin typeface="Segoe UI"/>
              </a:rPr>
              <a:t>Running native-speed code in the browser: measured against JavaScript and a C# (.NET)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2011680" cy="45720"/>
          </a:xfrm>
          <a:prstGeom prst="rect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0584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5B4CC"/>
                </a:solidFill>
                <a:latin typeface="Segoe UI"/>
              </a:rPr>
              <a:t>Research  •  Advantages &amp; disadvantages  •  Working demo  •  Code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problem: why not just handle it the traditional way?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Context: heavy file and image work in web apps today, and where it hurts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Segoe UI"/>
              </a:rPr>
              <a:t>How it is usually done: the work goes to a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3774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2377440" cy="64008"/>
          </a:xfrm>
          <a:prstGeom prst="rect">
            <a:avLst/>
          </a:prstGeom>
          <a:solidFill>
            <a:srgbClr val="5B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5B6B86"/>
                </a:solidFill>
                <a:latin typeface="Segoe UI"/>
              </a:rPr>
              <a:t>User's browser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21945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Picks a photo, CSV or Excel file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99232" y="2148840"/>
            <a:ext cx="381304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3688" y="1737360"/>
            <a:ext cx="23774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53688" y="1737360"/>
            <a:ext cx="2377440" cy="6400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5128" y="187452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534F"/>
                </a:solidFill>
                <a:latin typeface="Segoe UI"/>
              </a:rPr>
              <a:t>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5128" y="2286000"/>
            <a:ext cx="21945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File travels over the network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04280" y="2148840"/>
            <a:ext cx="381304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8736" y="1737360"/>
            <a:ext cx="23774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8736" y="1737360"/>
            <a:ext cx="2377440" cy="64008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0176" y="187452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A21B"/>
                </a:solidFill>
                <a:latin typeface="Segoe UI"/>
              </a:rPr>
              <a:t>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0176" y="2286000"/>
            <a:ext cx="21945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Decode, process, encode, validate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09328" y="2148840"/>
            <a:ext cx="381304" cy="292608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63784" y="1737360"/>
            <a:ext cx="23774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63784" y="1737360"/>
            <a:ext cx="2377440" cy="64008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55224" y="187452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D9534F"/>
                </a:solidFill>
                <a:latin typeface="Segoe UI"/>
              </a:rPr>
              <a:t>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5224" y="2286000"/>
            <a:ext cx="219456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Result travels back to the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Segoe UI"/>
              </a:rPr>
              <a:t>Where it hurts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2704338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82296" cy="19202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" y="3611880"/>
            <a:ext cx="243001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534F"/>
                </a:solidFill>
                <a:latin typeface="Segoe UI"/>
              </a:rPr>
              <a:t>Network wait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023360"/>
            <a:ext cx="2384298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Large files must be uploaded and the result downloaded before the user sees anything. Slow links make it worse.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44418" y="3520440"/>
            <a:ext cx="2704338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44418" y="3520440"/>
            <a:ext cx="82296" cy="192024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45586" y="3611880"/>
            <a:ext cx="243001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9A21B"/>
                </a:solidFill>
                <a:latin typeface="Segoe UI"/>
              </a:rPr>
              <a:t>Server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5586" y="4023360"/>
            <a:ext cx="2384298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Every user's CPU-heavy job runs on your servers, so cost and scaling effort grow with usage.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0196" y="3520440"/>
            <a:ext cx="2704338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140196" y="3520440"/>
            <a:ext cx="82296" cy="1920240"/>
          </a:xfrm>
          <a:prstGeom prst="rect">
            <a:avLst/>
          </a:prstGeom>
          <a:solidFill>
            <a:srgbClr val="5B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41364" y="3611880"/>
            <a:ext cx="243001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B6B86"/>
                </a:solidFill>
                <a:latin typeface="Segoe UI"/>
              </a:rPr>
              <a:t>Privacy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41364" y="4023360"/>
            <a:ext cx="2384298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Sensitive files leave the user's device just to be validated or resized.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35974" y="3520440"/>
            <a:ext cx="2704338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935974" y="3520440"/>
            <a:ext cx="82296" cy="1920240"/>
          </a:xfrm>
          <a:prstGeom prst="rect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37142" y="3611880"/>
            <a:ext cx="243001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E6B2F"/>
                </a:solidFill>
                <a:latin typeface="Segoe UI"/>
              </a:rPr>
              <a:t>JavaScript has limits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7142" y="4023360"/>
            <a:ext cx="2384298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Fine for UI logic, but CPU-heavy loops are slower, and some formats (e.g. xlsx) lack good libraries.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669280"/>
            <a:ext cx="11091672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5669280"/>
            <a:ext cx="10789920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The question: can Rust compiled to WebAssembly run this work inside the browser, remove the round trip, and still be fast?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is Rust + WebAssembly?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Write the heavy code in Rust, ship it to the browser as a small file that runs at near-native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Segoe UI"/>
              </a:rPr>
              <a:t>Two ingredients, in plain words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57530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82296" cy="1572768"/>
          </a:xfrm>
          <a:prstGeom prst="rect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764792"/>
            <a:ext cx="330098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DE6B2F"/>
                </a:solidFill>
                <a:latin typeface="Segoe UI"/>
              </a:rPr>
              <a:t>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48840"/>
            <a:ext cx="330098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  <a:latin typeface="Segoe UI"/>
              </a:rPr>
              <a:t>A programming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41448"/>
            <a:ext cx="3255264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Very fast, like C or C++, but it prevents whole classes of memory bugs. Used where speed and safety both matter.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1691640"/>
            <a:ext cx="357530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6824" y="1691640"/>
            <a:ext cx="82296" cy="1572768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764792"/>
            <a:ext cx="330098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WebAssembly (WASM)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148840"/>
            <a:ext cx="330098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  <a:latin typeface="Segoe UI"/>
              </a:rPr>
              <a:t>A file format browsers can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441448"/>
            <a:ext cx="3255264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A compact, ready-to-run binary that every modern browser runs in a safe sandbox, right next to JavaScript.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8" y="1691640"/>
            <a:ext cx="3575304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65008" y="1691640"/>
            <a:ext cx="82296" cy="1572768"/>
          </a:xfrm>
          <a:prstGeom prst="rect">
            <a:avLst/>
          </a:prstGeom>
          <a:solidFill>
            <a:srgbClr val="6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6176" y="1764792"/>
            <a:ext cx="3300984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6B4FE8"/>
                </a:solidFill>
                <a:latin typeface="Segoe UI"/>
              </a:rPr>
              <a:t>Rust + WASM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148840"/>
            <a:ext cx="3300984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4748B"/>
                </a:solidFill>
                <a:latin typeface="Segoe UI"/>
              </a:rPr>
              <a:t>Fast code, inside the browser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2441448"/>
            <a:ext cx="3255264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Compile Rust into a .wasm file; JavaScript loads it and calls it like a normal function.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1109167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E293B"/>
                </a:solidFill>
                <a:latin typeface="Segoe UI"/>
              </a:rPr>
              <a:t>How it works, step by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94760"/>
            <a:ext cx="2464308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794760"/>
            <a:ext cx="2464308" cy="64008"/>
          </a:xfrm>
          <a:prstGeom prst="rect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85800" y="3977640"/>
            <a:ext cx="384048" cy="384048"/>
          </a:xfrm>
          <a:prstGeom prst="ellipse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977640"/>
            <a:ext cx="1824228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DE6B2F"/>
                </a:solidFill>
                <a:latin typeface="Segoe UI"/>
              </a:rPr>
              <a:t>Write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453128"/>
            <a:ext cx="22631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The logic (resize an image, validate a CSV) is written once in Rust: about 235 lines here.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067812" y="4389120"/>
            <a:ext cx="301752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24428" y="3794760"/>
            <a:ext cx="2464308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24428" y="3794760"/>
            <a:ext cx="2464308" cy="64008"/>
          </a:xfrm>
          <a:prstGeom prst="rect">
            <a:avLst/>
          </a:prstGeom>
          <a:solidFill>
            <a:srgbClr val="5B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61588" y="3977640"/>
            <a:ext cx="384048" cy="384048"/>
          </a:xfrm>
          <a:prstGeom prst="ellipse">
            <a:avLst/>
          </a:prstGeom>
          <a:solidFill>
            <a:srgbClr val="5B6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8788" y="3977640"/>
            <a:ext cx="1824228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B6B86"/>
                </a:solidFill>
                <a:latin typeface="Segoe UI"/>
              </a:rPr>
              <a:t>Compile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4156" y="4453128"/>
            <a:ext cx="22631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A build tool turns it into one .wasm file: 539 KB, compiled by the browser in 30 ms.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5943600" y="4389120"/>
            <a:ext cx="301752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0216" y="3794760"/>
            <a:ext cx="2464308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0216" y="3794760"/>
            <a:ext cx="2464308" cy="64008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37376" y="3977640"/>
            <a:ext cx="384048" cy="384048"/>
          </a:xfrm>
          <a:prstGeom prst="ellipse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94576" y="3977640"/>
            <a:ext cx="1824228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F9E6F"/>
                </a:solidFill>
                <a:latin typeface="Segoe UI"/>
              </a:rPr>
              <a:t>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4453128"/>
            <a:ext cx="22631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The web page downloads the file and loads it in the background, so the screen never freezes.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819388" y="4389120"/>
            <a:ext cx="301752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176004" y="3794760"/>
            <a:ext cx="2464308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176004" y="3794760"/>
            <a:ext cx="2464308" cy="64008"/>
          </a:xfrm>
          <a:prstGeom prst="rect">
            <a:avLst/>
          </a:prstGeom>
          <a:solidFill>
            <a:srgbClr val="6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313164" y="3977640"/>
            <a:ext cx="384048" cy="384048"/>
          </a:xfrm>
          <a:prstGeom prst="ellipse">
            <a:avLst/>
          </a:prstGeom>
          <a:solidFill>
            <a:srgbClr val="6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70364" y="3977640"/>
            <a:ext cx="1824228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B4FE8"/>
                </a:solidFill>
                <a:latin typeface="Segoe UI"/>
              </a:rPr>
              <a:t>Run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5732" y="4453128"/>
            <a:ext cx="22631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Segoe UI"/>
              </a:rPr>
              <a:t>JavaScript hands the file to Rust and gets the result back. Nothing is uploaded to a server.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5623560"/>
            <a:ext cx="10725912" cy="64008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In one line: JavaScript still runs the page; Rust + WASM is the fast engine it hands the heavy jobs to, so the work stays on the user's 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demo: one workload, three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Same algorithms and validation rules everywhere; the UI checks the outputs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66160" cy="9144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A21B"/>
                </a:solidFill>
                <a:latin typeface="Segoe UI"/>
              </a:rP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Segoe UI"/>
              </a:rPr>
              <a:t>Traditional (browser)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2004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Runs in a Web Worker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CSV only (no xlsx parser)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Hand-written filters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5661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566160" cy="914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534F"/>
                </a:solidFill>
                <a:latin typeface="Segoe UI"/>
              </a:rPr>
              <a:t>C# / .NET 10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9456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Segoe UI"/>
              </a:rPr>
              <a:t>Traditional (server)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2004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Minimal API, SkiaSharp, ClosedXML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Upload → process → download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Server-Timing header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35661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554480"/>
            <a:ext cx="3566160" cy="9144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2004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F9E6F"/>
                </a:solidFill>
                <a:latin typeface="Segoe UI"/>
              </a:rPr>
              <a:t>Rust → WASM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Segoe UI"/>
              </a:rPr>
              <a:t>New (browser)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32004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Runs in a Web Worker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calamine + csv crates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Nothing leaves the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E293B"/>
                </a:solidFill>
                <a:latin typeface="Segoe UI"/>
              </a:rPr>
              <a:t>Workloads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F9E6F"/>
                </a:solidFill>
                <a:latin typeface="Segoe UI"/>
              </a:rPr>
              <a:t>■  </a:t>
            </a:r>
            <a:r>
              <a:rPr sz="1900" b="1">
                <a:solidFill>
                  <a:srgbClr val="1E293B"/>
                </a:solidFill>
                <a:latin typeface="Segoe UI"/>
              </a:rPr>
              <a:t>Image filters: </a:t>
            </a:r>
            <a:r>
              <a:rPr sz="1900">
                <a:solidFill>
                  <a:srgbClr val="1E293B"/>
                </a:solidFill>
                <a:latin typeface="Segoe UI"/>
              </a:rPr>
              <a:t>grayscale, blur, sharpen, edge detection on a 12 MP image.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F9E6F"/>
                </a:solidFill>
                <a:latin typeface="Segoe UI"/>
              </a:rPr>
              <a:t>■  </a:t>
            </a:r>
            <a:r>
              <a:rPr sz="1900" b="1">
                <a:solidFill>
                  <a:srgbClr val="1E293B"/>
                </a:solidFill>
                <a:latin typeface="Segoe UI"/>
              </a:rPr>
              <a:t>Data validation: </a:t>
            </a:r>
            <a:r>
              <a:rPr sz="1900">
                <a:solidFill>
                  <a:srgbClr val="1E293B"/>
                </a:solidFill>
                <a:latin typeface="Segoe UI"/>
              </a:rPr>
              <a:t>100,000-row CSV and XLSX (ids, emails, amounts, dates), with an error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How the comparison stays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A benchmark is only useful if the reader can trust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Same rules: </a:t>
            </a:r>
            <a:r>
              <a:rPr sz="1700">
                <a:solidFill>
                  <a:srgbClr val="1E293B"/>
                </a:solidFill>
                <a:latin typeface="Segoe UI"/>
              </a:rPr>
              <a:t>integer algorithms and identical validation; an output-match check runs on every comparison.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Workers for both: </a:t>
            </a:r>
            <a:r>
              <a:rPr sz="1700">
                <a:solidFill>
                  <a:srgbClr val="1E293B"/>
                </a:solidFill>
                <a:latin typeface="Segoe UI"/>
              </a:rPr>
              <a:t>JS and WASM run off the main thread, so neither blocks the UI.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Warm-up + median: </a:t>
            </a:r>
            <a:r>
              <a:rPr sz="1700">
                <a:solidFill>
                  <a:srgbClr val="1E293B"/>
                </a:solidFill>
                <a:latin typeface="Segoe UI"/>
              </a:rPr>
              <a:t>1 warm-up run and N timed runs; the median is reported.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Honest WASM cost: </a:t>
            </a:r>
            <a:r>
              <a:rPr sz="1700">
                <a:solidFill>
                  <a:srgbClr val="1E293B"/>
                </a:solidFill>
                <a:latin typeface="Segoe UI"/>
              </a:rPr>
              <a:t>timings include the JS ↔ WASM copy of input and output.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Init shown separately: </a:t>
            </a:r>
            <a:r>
              <a:rPr sz="1700">
                <a:solidFill>
                  <a:srgbClr val="1E293B"/>
                </a:solidFill>
                <a:latin typeface="Segoe UI"/>
              </a:rPr>
              <a:t>WASM load + compile took 30 ms once, not part of per-run timing.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Server split: </a:t>
            </a:r>
            <a:r>
              <a:rPr sz="1700">
                <a:solidFill>
                  <a:srgbClr val="1E293B"/>
                </a:solidFill>
                <a:latin typeface="Segoe UI"/>
              </a:rPr>
              <a:t>Server-Timing separates compute from network, so Total is what the user waits.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554480"/>
            <a:ext cx="39776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82296" cy="21945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664208"/>
            <a:ext cx="36118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4748B"/>
                </a:solidFill>
                <a:latin typeface="Segoe UI"/>
              </a:rPr>
              <a:t>Test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21408"/>
            <a:ext cx="3611879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Local machine, headless Chromium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API on localhost (network cost is a floor)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Real internet latency would favour WASM even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977639"/>
            <a:ext cx="39776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80960" y="3977639"/>
            <a:ext cx="82296" cy="219456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9560" y="4087367"/>
            <a:ext cx="36118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Reproducible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544567"/>
            <a:ext cx="3611879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Recorder script: docs/demo-recording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Metrics saved to results.json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Deck is generated from those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Results: measured end-to-end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What the user waits (lower is better). 12 MP blur image and 100,000-row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1556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Compared with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Traditional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Rust → WASM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Speed-up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Image blur, 12 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JavaScript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A21B"/>
                          </a:solidFill>
                          <a:latin typeface="Segoe UI"/>
                        </a:rPr>
                        <a:t>7.69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6.92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1.1× faster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Image blur, 12 MP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C# server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534F"/>
                          </a:solidFill>
                          <a:latin typeface="Segoe UI"/>
                        </a:rPr>
                        <a:t>14.90 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6.75 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2.2× faster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CSV validate, 100k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JavaScript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A21B"/>
                          </a:solidFill>
                          <a:latin typeface="Segoe UI"/>
                        </a:rPr>
                        <a:t>147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2.4× faster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CSV validate, 100k rows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C# server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534F"/>
                          </a:solidFill>
                          <a:latin typeface="Segoe UI"/>
                        </a:rPr>
                        <a:t>424 ms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67 ms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6.3× faster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XLSX validate, 100k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C#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534F"/>
                          </a:solidFill>
                          <a:latin typeface="Segoe UI"/>
                        </a:rPr>
                        <a:t>3.98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1.12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3.6× faster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111556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Median of 3 timed runs after 1 warm-up. Results are from a single machine; expect different absolute numbers elsewhere (range here: 1.1× to 6.3×).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Where WASM wins big, and where it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End-to-end speed-up of Rust/WASM over the traditional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37160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0" y="1554480"/>
            <a:ext cx="3886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0" y="1554480"/>
            <a:ext cx="82296" cy="150876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01000" y="1664208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Biggest gains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204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Server comparisons: no upload, no download, no round trip.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246120"/>
            <a:ext cx="3886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0" y="3246120"/>
            <a:ext cx="82296" cy="150876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3355848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Smaller gains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813048"/>
            <a:ext cx="352044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Versus tuned JavaScript on pure compute (image blur).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4937760"/>
            <a:ext cx="38862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4937760"/>
            <a:ext cx="82296" cy="13258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5047488"/>
            <a:ext cx="35204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4748B"/>
                </a:solidFill>
                <a:latin typeface="Segoe UI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504688"/>
            <a:ext cx="3520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WASM is not magic; the architecture matters as much as the 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Live demo: split screen, same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Traditional on the left, Rust → WASM on the right, with metrics for each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481328"/>
            <a:ext cx="478231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17904"/>
            <a:ext cx="4709160" cy="32660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40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Image blur: C# server vs Rust/WASM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5664" y="1481328"/>
            <a:ext cx="478231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517904"/>
            <a:ext cx="4709160" cy="32660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4846320"/>
            <a:ext cx="54406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CSV validation: C# server vs Rust/WASM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2F9E6F"/>
                </a:solidFill>
                <a:latin typeface="Segoe UI"/>
              </a:rPr>
              <a:t>■  </a:t>
            </a:r>
            <a:r>
              <a:rPr sz="1600" b="1">
                <a:solidFill>
                  <a:srgbClr val="1E293B"/>
                </a:solidFill>
                <a:latin typeface="Segoe UI"/>
              </a:rPr>
              <a:t>Metrics per side: </a:t>
            </a:r>
            <a:r>
              <a:rPr sz="1600">
                <a:solidFill>
                  <a:srgbClr val="1E293B"/>
                </a:solidFill>
                <a:latin typeface="Segoe UI"/>
              </a:rPr>
              <a:t>upload/download, compute, total, data sent/received, memory.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F9E6F"/>
                </a:solidFill>
                <a:latin typeface="Segoe UI"/>
              </a:rPr>
              <a:t>■  </a:t>
            </a:r>
            <a:r>
              <a:rPr sz="1600" b="1">
                <a:solidFill>
                  <a:srgbClr val="1E293B"/>
                </a:solidFill>
                <a:latin typeface="Segoe UI"/>
              </a:rPr>
              <a:t>Correctness first: </a:t>
            </a:r>
            <a:r>
              <a:rPr sz="1600">
                <a:solidFill>
                  <a:srgbClr val="1E293B"/>
                </a:solidFill>
                <a:latin typeface="Segoe UI"/>
              </a:rPr>
              <a:t>output-match and identical-totals checks confirm both engines agree.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Demo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About 4 minutes: image filter, CSV and XLSX validation (docs/demo.mp4)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pic>
        <p:nvPicPr>
          <p:cNvPr id="8" name="dem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72487" y="1325880"/>
            <a:ext cx="804672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72487" y="5943600"/>
            <a:ext cx="8046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Click to play. If playback is unavailable, open docs/demo.mp4 directly.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What Rust + WebAssembly gave me in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1.1× to 6.3× end-to-end in this demo; the largest gains versus the server.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57276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Private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2996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Files are processed on the device; sensitive data never needs uploading.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57276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Cheaper to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2996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Compute moves to the user's machine, so server cost and load drop.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04164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Reuse and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9884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One Rust crate with strong typing; memory safety without a garbage collector.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93192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404164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Works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9884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No server round trip once the page and module are loaded.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93192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404164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Responsive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9884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Web Workers keep the interface smooth while heavy work runs.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Disadvantages 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The honest side of the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82296" cy="22402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534F"/>
                </a:solidFill>
                <a:latin typeface="Segoe UI"/>
              </a:rPr>
              <a:t>Steep learning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Ownership and lifetimes take time; slower to write than JS or C#.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82296" cy="22402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57276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534F"/>
                </a:solidFill>
                <a:latin typeface="Segoe UI"/>
              </a:rPr>
              <a:t>Heavier toolchain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2996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Needs Rust, wasm-pack and a build step; CI is more complex.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82296" cy="22402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57276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534F"/>
                </a:solidFill>
                <a:latin typeface="Segoe UI"/>
              </a:rPr>
              <a:t>Boundary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2996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Data is copied between JS and WASM; tiny tasks may not benefit.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82296" cy="224028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04164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Bundle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9884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539 KB module here (wasm-opt not yet applied); extra download on first load.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43400" y="3931920"/>
            <a:ext cx="82296" cy="224028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0" y="404164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Harder debugging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9884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Browser tooling for WASM is improving but trails JS.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931920"/>
            <a:ext cx="82296" cy="224028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4041648"/>
            <a:ext cx="32004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Not always a 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98848"/>
            <a:ext cx="320040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Tuned JS is competitive on simple work; gain was only 1.1× on image blur.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When to use it, and when not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A simple decision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40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5440680" cy="9144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F9E6F"/>
                </a:solidFill>
                <a:latin typeface="Segoe UI"/>
              </a:rPr>
              <a:t>Good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CPU-heavy work in the browser (image, audio, parsing, crypto).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Large files where upload time dominates.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Privacy-sensitive data that should stay local.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Sharing one core library across web, server and CLI.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440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40680" cy="914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9534F"/>
                </a:solidFill>
                <a:latin typeface="Segoe UI"/>
              </a:rPr>
              <a:t>Poor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Simple DOM or UI logic; JavaScript is the right tool.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Small inputs where the JS ↔ WASM copy dominates.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Teams with no Rust skills and tight deadlines.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Work that needs server-side data or central auditing.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Skills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Personal growth beyond the current skill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dirty="0">
                <a:solidFill>
                  <a:srgbClr val="64748B"/>
                </a:solidFill>
                <a:latin typeface="Segoe UI"/>
              </a:rPr>
              <a:t>Rust → </a:t>
            </a:r>
            <a:r>
              <a:rPr sz="1100" b="0" dirty="0" err="1">
                <a:solidFill>
                  <a:srgbClr val="64748B"/>
                </a:solidFill>
                <a:latin typeface="Segoe UI"/>
              </a:rPr>
              <a:t>WebAssembly</a:t>
            </a:r>
            <a:r>
              <a:rPr sz="1100" b="0" dirty="0">
                <a:solidFill>
                  <a:srgbClr val="64748B"/>
                </a:solidFill>
                <a:latin typeface="Segoe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82296" cy="1828800"/>
          </a:xfrm>
          <a:prstGeom prst="rect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5074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E6B2F"/>
                </a:solidFill>
                <a:latin typeface="Segoe UI"/>
              </a:rPr>
              <a:t>Rust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5074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Ownership, error handling, crates (serde, csv, calamine).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82296" cy="182880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572768"/>
            <a:ext cx="5074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WebAssembly toolchain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5074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wasm-pack, wasm-bindgen, Web Workers, JS ↔ WASM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82296" cy="182880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630168"/>
            <a:ext cx="5074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Benchmarking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87368"/>
            <a:ext cx="5074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Fair methodology, warm-ups, medians, output-match checks.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82296" cy="1828800"/>
          </a:xfrm>
          <a:prstGeom prst="rect">
            <a:avLst/>
          </a:prstGeom>
          <a:solidFill>
            <a:srgbClr val="654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630168"/>
            <a:ext cx="5074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54FF0"/>
                </a:solidFill>
                <a:latin typeface="Segoe UI"/>
              </a:rPr>
              <a:t>Full-stack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87368"/>
            <a:ext cx="507492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React + Vite UI, .NET 10 minimal API, Swagger, scripted automation.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11109960" cy="685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6984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KPI evidence:  slides ✔   demo ✔   code sample ✔   blog post (next)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07895"/>
            <a:ext cx="100584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dirty="0">
                <a:solidFill>
                  <a:srgbClr val="2F9E6F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2071</Words>
  <Application>Microsoft Office PowerPoint</Application>
  <PresentationFormat>Widescreen</PresentationFormat>
  <Paragraphs>227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Tu Huynh Minh</cp:lastModifiedBy>
  <cp:revision>4</cp:revision>
  <dcterms:created xsi:type="dcterms:W3CDTF">2013-01-27T09:14:16Z</dcterms:created>
  <dcterms:modified xsi:type="dcterms:W3CDTF">2026-10-20T09:18:38Z</dcterms:modified>
  <cp:category/>
</cp:coreProperties>
</file>